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IBM BOB AI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875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AI-Based Crime Scene
Evidence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260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C3D7"/>
                </a:solidFill>
                <a:latin typeface="Aptos"/>
              </a:rPr>
              <a:t>An explainable AI triage assistant for prioritizing forensic evidence examination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201168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7931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TEAM REAL MADRID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NFSU •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188720"/>
            <a:ext cx="2377440" cy="420624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3D7"/>
                </a:solidFill>
                <a:latin typeface="Aptos"/>
              </a:rP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87451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Aptos"/>
              </a:rPr>
              <a:t>9.5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3D7"/>
                </a:solidFill>
                <a:latin typeface="Aptos"/>
              </a:rPr>
              <a:t>Urgent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9718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3D7"/>
                </a:solidFill>
                <a:latin typeface="Aptos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A5E9"/>
                </a:solidFill>
                <a:latin typeface="Aptos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4800600"/>
            <a:ext cx="1737360" cy="1097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EA5E9"/>
                </a:solidFill>
                <a:latin typeface="Aptos"/>
              </a:rPr>
              <a:t>AI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Too much evidence. Limited attention. A need for consistent triage.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074920" cy="17830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0992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Evidence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67128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A single investigation can produce large volumes of physical, digital and trace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074920" cy="17830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0992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Manual prioritization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167128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Investigators must decide what deserves attention first, often under time pressure.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074920" cy="17830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587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FSL backlogs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315968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Laboratory capacity and testing queues can delay examination of important items.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074920" cy="17830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8587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Risk of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315968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When many items compete for attention, potentially probative evidence can be missed.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Goal: turn an unstructured evidence list into a clear, explainable examination priority.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A human-in-the-loop evidence triage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965960" cy="20116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063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4C3D7"/>
                </a:solidFill>
                <a:latin typeface="Aptos"/>
              </a:rPr>
              <a:t>Crime type + evidence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920240"/>
            <a:ext cx="1965960" cy="20116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063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4C3D7"/>
                </a:solidFill>
                <a:latin typeface="Aptos"/>
              </a:rPr>
              <a:t>Evidence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920240"/>
            <a:ext cx="1965960" cy="20116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3063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4C3D7"/>
                </a:solidFill>
                <a:latin typeface="Aptos"/>
              </a:rPr>
              <a:t>Explainable 0–10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920240"/>
            <a:ext cx="1965960" cy="20116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3063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4C3D7"/>
                </a:solidFill>
                <a:latin typeface="Aptos"/>
              </a:rPr>
              <a:t>Urgency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920240"/>
            <a:ext cx="1965960" cy="20116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3063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4C3D7"/>
                </a:solidFill>
                <a:latin typeface="Aptos"/>
              </a:rPr>
              <a:t>Ranked FSL examination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The system recommends a priority order; investigators remain in control of the final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Simple, explainable pipeline with an AI enhancement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150876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103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Investigator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5786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4C3D7"/>
                </a:solidFill>
                <a:latin typeface="Aptos"/>
              </a:rPr>
              <a:t>Browser / Streamlit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1965960" cy="150876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103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5786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4C3D7"/>
                </a:solidFill>
                <a:latin typeface="Aptos"/>
              </a:rPr>
              <a:t>Category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828800"/>
            <a:ext cx="1965960" cy="150876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103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Priority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5786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4C3D7"/>
                </a:solidFill>
                <a:latin typeface="Aptos"/>
              </a:rPr>
              <a:t>0–10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7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1965960" cy="150876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2103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Urgency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25786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4C3D7"/>
                </a:solidFill>
                <a:latin typeface="Aptos"/>
              </a:rPr>
              <a:t>Urgent / Priority /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1965960" cy="150876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2103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FSL 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5786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4C3D7"/>
                </a:solidFill>
                <a:latin typeface="Aptos"/>
              </a:rPr>
              <a:t>Ranked examination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160520"/>
            <a:ext cx="8138160" cy="1143000"/>
          </a:xfrm>
          <a:prstGeom prst="roundRect">
            <a:avLst/>
          </a:prstGeom>
          <a:solidFill>
            <a:srgbClr val="12304C"/>
          </a:solidFill>
          <a:ln>
            <a:solidFill>
              <a:srgbClr val="12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370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Aptos"/>
              </a:rPr>
              <a:t>IBM watsonx.ai (optional enhancement)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7548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AI-assisted classification for unknown items + contextual rationale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7492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4C3D7"/>
                </a:solidFill>
                <a:latin typeface="Aptos"/>
              </a:rPr>
              <a:t>Rule-based fallback keeps the MVP usable without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Technology &amp; IBM Bob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Bob is part of the development workflow, not just a label.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819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IBM 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5819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Plan → implement → test → debug →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10698480" cy="6583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Python +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231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Fast, reproducible hackathon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99816"/>
            <a:ext cx="10698480" cy="6583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watsonx.ai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6440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Optional AI classification and rationale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41064"/>
            <a:ext cx="10698480" cy="6583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05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10565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Tabular results and CSV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82312"/>
            <a:ext cx="10698480" cy="6583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94690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Submission validation and reproducibility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5806440"/>
            <a:ext cx="1463040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585673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IBM BOB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Load-bearing use: repository understanding, architecture planning, implementation and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Demo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What a judge will see in the working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029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2189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89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Select crime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389888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Example: Suspicious death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21992"/>
            <a:ext cx="5029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722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Enter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24028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One evidence item per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72384"/>
            <a:ext cx="5029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226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906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09067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AI/rule engine classifies and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22776"/>
            <a:ext cx="5029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730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4106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Review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941063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Category, priority, urgency and rationale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73168"/>
            <a:ext cx="5029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234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7914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Use the 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791456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3D7"/>
                </a:solidFill>
                <a:latin typeface="Aptos"/>
              </a:rPr>
              <a:t>Ranked examination order for FSL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REAL APP SCREENSHOTS → TO BE INSERTED AFTER THE MVP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Key Features &amp; 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Designed for explainability, speed and reproducibility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074920" cy="10972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Explainable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B4C3D7"/>
                </a:solidFill>
                <a:latin typeface="Aptos"/>
              </a:rPr>
              <a:t>Every priority score can be traced to category, crime context and evidence characteristics.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074920" cy="10972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8191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Urgency flagging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4767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B4C3D7"/>
                </a:solidFill>
                <a:latin typeface="Aptos"/>
              </a:rPr>
              <a:t>Highlights items that the prototype considers time-sensitive for examination.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5074920" cy="10972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Ranked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B4C3D7"/>
                </a:solidFill>
                <a:latin typeface="Aptos"/>
              </a:rPr>
              <a:t>Transforms many evidence items into an ordered examination 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5074920" cy="10972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9923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AI +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6499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B4C3D7"/>
                </a:solidFill>
                <a:latin typeface="Aptos"/>
              </a:rPr>
              <a:t>watsonx.ai enriches the experience while rule-based logic keeps the demo functional.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074920" cy="10972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Reproducible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8231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B4C3D7"/>
                </a:solidFill>
                <a:latin typeface="Aptos"/>
              </a:rPr>
              <a:t>Clear setup instructions, tests and a public repository support judge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669280"/>
            <a:ext cx="4937760" cy="658368"/>
          </a:xfrm>
          <a:prstGeom prst="roundRect">
            <a:avLst/>
          </a:prstGeom>
          <a:solidFill>
            <a:srgbClr val="12304C"/>
          </a:solidFill>
          <a:ln>
            <a:solidFill>
              <a:srgbClr val="12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8338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A5E9"/>
                </a:solidFill>
                <a:latin typeface="Aptos"/>
              </a:rPr>
              <a:t>Potential impact: clearer triage → more consistent examination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4C3D7"/>
                </a:solidFill>
                <a:latin typeface="Aptos"/>
              </a:rPr>
              <a:t>From hackathon MVP to an institutional decision-support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→  Secure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4C3D7"/>
                </a:solidFill>
                <a:latin typeface="Aptos"/>
              </a:rPr>
              <a:t>Role-based access, audit trails and institutional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→  Workload-aware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12848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4C3D7"/>
                </a:solidFill>
                <a:latin typeface="Aptos"/>
              </a:rPr>
              <a:t>Consider laboratory capacity and queue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540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→  Richer AI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54096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4C3D7"/>
                </a:solidFill>
                <a:latin typeface="Aptos"/>
              </a:rPr>
              <a:t>More evidence types and context-aware explanations.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→ 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95344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4C3D7"/>
                </a:solidFill>
                <a:latin typeface="Aptos"/>
              </a:rPr>
              <a:t>Connect with approved laboratory information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→ 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36592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4C3D7"/>
                </a:solidFill>
                <a:latin typeface="Aptos"/>
              </a:rPr>
              <a:t>Benchmark classification and prioritization on curated, de-identified datasets.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A5E9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69671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Team Real Madrid  •  IBM Bob AI Hackathon 2026  •  NFSU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